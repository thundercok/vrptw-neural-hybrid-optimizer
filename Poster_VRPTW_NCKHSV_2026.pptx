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ster_VRPTW_NCKHSV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79" y="91440"/>
            <a:ext cx="4719136" cy="6675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