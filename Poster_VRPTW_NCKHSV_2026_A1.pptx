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ster_VRPTW_NCKHSV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000" cy="3027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