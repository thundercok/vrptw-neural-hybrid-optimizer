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VRPTW_NCKHSV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4000" cy="3027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